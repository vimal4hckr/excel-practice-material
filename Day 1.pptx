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4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3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8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9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3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5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4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1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7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1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FAA67-7931-49B9-9980-FEA2E01E74C1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CEA85-E1A7-41DF-B0D7-5D67AB32E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1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Excel presentation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87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497758"/>
            <a:ext cx="10515600" cy="189558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Ribbon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Ribbon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horizontal menu located at the top of the Excel window. It contains all the tools and commands needed to create and edit worksheets.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images.openai.com/static-rsc-4/xOCB07gBFtOTWmope094W6rUmXMjXormfvQi4jGmXSfUvsCENFKeGYXhJwtSTsZKWM2lh2YFyItOfZO_6lHu8HIzFp1cqstVYNlJ4ARYZjgPY91TD8kRR_9h2t3ZGUqPWucwWQiwayr-6n-Ac7kBkF7_urQDwiesJdjd8GGXUM-Do2g45cxMwzwlbOfocHNF?purpose=fullsiz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814" y="2548682"/>
            <a:ext cx="8239125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85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261213"/>
              </p:ext>
            </p:extLst>
          </p:nvPr>
        </p:nvGraphicFramePr>
        <p:xfrm>
          <a:off x="1604838" y="733309"/>
          <a:ext cx="10515600" cy="4572000"/>
        </p:xfrm>
        <a:graphic>
          <a:graphicData uri="http://schemas.openxmlformats.org/drawingml/2006/table">
            <a:tbl>
              <a:tblPr/>
              <a:tblGrid>
                <a:gridCol w="4179073">
                  <a:extLst>
                    <a:ext uri="{9D8B030D-6E8A-4147-A177-3AD203B41FA5}">
                      <a16:colId xmlns:a16="http://schemas.microsoft.com/office/drawing/2014/main" val="130798486"/>
                    </a:ext>
                  </a:extLst>
                </a:gridCol>
                <a:gridCol w="6336527">
                  <a:extLst>
                    <a:ext uri="{9D8B030D-6E8A-4147-A177-3AD203B41FA5}">
                      <a16:colId xmlns:a16="http://schemas.microsoft.com/office/drawing/2014/main" val="2981932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91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Formatting, Copy, Paste, Font,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92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</a:t>
                      </a:r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Tables, Charts, Pictures, Shapes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63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Layout</a:t>
                      </a:r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Margins, Orientation, Themes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22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Formulas</a:t>
                      </a:r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and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904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Sort, Filter,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205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b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Spell Check, Comments, Protect Sheet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812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Zoom, Freeze Panes, Window settings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614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96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9055" y="596549"/>
            <a:ext cx="17283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Box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62322" y="1324742"/>
            <a:ext cx="86245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Box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address of the currently selected cell.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ttps://images.openai.com/static-rsc-4/cjcsj539A3T5dVmA8rKwpyvVrvQPEbSs2n6WSdCiGmzCK8PQNlamA7XD3iP_1A0_BfHLB7yIkbwca41XC1XXkLcdYpukPexenAPdrEvDimkreCA1fXO51_drMxavCS7xuI6mbXPWe5anLzLJq54xfTd1qbfy0OoJYu56DCdwqv5t6Nw9or07LXSGG8IGL3AF?purpose=fullsiz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56" y="2483822"/>
            <a:ext cx="5020429" cy="334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mages.openai.com/static-rsc-4/Zd3jWHJqGdb2d71tA7nX3tzK3nyjM6Co3FfmSvxlYotYifHealtMXue-XB-OsLc5MxTkXGdCzgvF_supfDwZXQiJb10zoniLiIc-SdYwJoVNRaFzjtMbWMkXFiaGixC1mWL99tJc16hXPpIIsikoucqtljxXhSTWTzlCwyd2JkabGMJ55SrQfEz4vLY8cxif?purpose=fullsiz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40" y="2572093"/>
            <a:ext cx="5278055" cy="305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00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17" y="987986"/>
            <a:ext cx="3969133" cy="20396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1360" y="487680"/>
            <a:ext cx="136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stores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300" y="1446292"/>
            <a:ext cx="4787156" cy="1967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63598" y="664820"/>
            <a:ext cx="3388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Put formula in </a:t>
            </a:r>
            <a:r>
              <a:rPr lang="en-US" dirty="0" err="1" smtClean="0"/>
              <a:t>onw</a:t>
            </a:r>
            <a:r>
              <a:rPr lang="en-US" dirty="0" smtClean="0"/>
              <a:t> place and drag till below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660" y="4018201"/>
            <a:ext cx="3924640" cy="18289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3678" y="4609514"/>
            <a:ext cx="3388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After drag till below it generated for all row</a:t>
            </a:r>
          </a:p>
        </p:txBody>
      </p:sp>
    </p:spTree>
    <p:extLst>
      <p:ext uri="{BB962C8B-B14F-4D97-AF65-F5344CB8AC3E}">
        <p14:creationId xmlns:p14="http://schemas.microsoft.com/office/powerpoint/2010/main" val="2901064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57" y="2204636"/>
            <a:ext cx="3945281" cy="20735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17" y="2204636"/>
            <a:ext cx="3779663" cy="20735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9200" y="1696720"/>
            <a:ext cx="291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in name box its B10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93488" y="1419721"/>
            <a:ext cx="291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we type A4 in name box it jumps directly to that place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07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56" y="1042565"/>
            <a:ext cx="3292125" cy="2415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39239" y="396240"/>
            <a:ext cx="234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Formula Bar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407" y="1042564"/>
            <a:ext cx="3977985" cy="2415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59" y="396240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giving formula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217" y="3640975"/>
            <a:ext cx="4496190" cy="26443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95159" y="4511040"/>
            <a:ext cx="2346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dragging top to bottom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07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193112"/>
              </p:ext>
            </p:extLst>
          </p:nvPr>
        </p:nvGraphicFramePr>
        <p:xfrm>
          <a:off x="1140350" y="1486694"/>
          <a:ext cx="10515600" cy="356616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199601356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560621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2449843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612522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6379001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16359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896429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72943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487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17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694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0077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01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37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96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50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03335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16266" y="596347"/>
            <a:ext cx="8817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functions — IF, IFS, AND, OR, NOT, nested IF</a:t>
            </a:r>
          </a:p>
        </p:txBody>
      </p:sp>
    </p:spTree>
    <p:extLst>
      <p:ext uri="{BB962C8B-B14F-4D97-AF65-F5344CB8AC3E}">
        <p14:creationId xmlns:p14="http://schemas.microsoft.com/office/powerpoint/2010/main" val="2894669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58" y="1319333"/>
            <a:ext cx="7864522" cy="2705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03730" y="357809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275058" y="4524527"/>
            <a:ext cx="41280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=IF(E2&gt;=50000,"High","Low")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8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113" y="1871367"/>
            <a:ext cx="7899300" cy="29784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77113" y="1030147"/>
            <a:ext cx="7221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last after dragging that formula to last it applies for all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61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21" y="1194571"/>
            <a:ext cx="9038103" cy="2987299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34821" y="4442975"/>
            <a:ext cx="9384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IFS 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=IFS(H2&gt;=90,"A+",H2&gt;=80,"A",H2&gt;=70,"B",H2&gt;=60,"C",TRUE,"Fail")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2663" y="510020"/>
            <a:ext cx="2511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IFS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Funcrion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424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42" y="1296082"/>
            <a:ext cx="10028789" cy="31778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5342" y="706056"/>
            <a:ext cx="2986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9294" y="4686043"/>
            <a:ext cx="115227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=IF(E2&gt;=70000,"Manager",IF(E2&gt;=50000,"Senior",IF(E2&gt;=40000,"Executive","Junior")))</a:t>
            </a:r>
          </a:p>
        </p:txBody>
      </p:sp>
    </p:spTree>
    <p:extLst>
      <p:ext uri="{BB962C8B-B14F-4D97-AF65-F5344CB8AC3E}">
        <p14:creationId xmlns:p14="http://schemas.microsoft.com/office/powerpoint/2010/main" val="95017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14" y="1410789"/>
            <a:ext cx="9440000" cy="34483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9904" y="949124"/>
            <a:ext cx="792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last after dragging that formula to last it applies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570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79" y="1321891"/>
            <a:ext cx="8207451" cy="29872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0456" y="567160"/>
            <a:ext cx="3426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Function: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20456" y="4415358"/>
            <a:ext cx="6123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=IF(AND(E2&gt;=50000,D2&gt;=5),"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Eligible","No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28914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68" y="1645982"/>
            <a:ext cx="7460640" cy="35235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9904" y="949124"/>
            <a:ext cx="792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last after dragging that formula to last it applies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185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58" y="1046761"/>
            <a:ext cx="9488395" cy="32242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1008" y="324091"/>
            <a:ext cx="354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Function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25258" y="4558723"/>
            <a:ext cx="55143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=IF(OR(E2&gt;=70000,D2&gt;=10),"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Yes","No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57315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95" y="1733763"/>
            <a:ext cx="7909433" cy="3208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9904" y="949124"/>
            <a:ext cx="792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last after dragging that formula to last it applies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161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87" y="1098593"/>
            <a:ext cx="8916173" cy="30635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4709" y="497712"/>
            <a:ext cx="3020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FUNCTION: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17993" y="4547148"/>
            <a:ext cx="47753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=IF(NOT(F2="Absent"),"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Yes","No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54186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86" y="1660219"/>
            <a:ext cx="8710242" cy="32127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5986" y="949124"/>
            <a:ext cx="792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last after dragging that formula to last it applies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663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6228" y="883099"/>
            <a:ext cx="9771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Lookup functions — VLOOKUP, HLOOKUP, INDEX-MATCH, XLOOKUP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769927"/>
              </p:ext>
            </p:extLst>
          </p:nvPr>
        </p:nvGraphicFramePr>
        <p:xfrm>
          <a:off x="1074285" y="1732656"/>
          <a:ext cx="10515600" cy="3657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8548611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37856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72582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097734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59632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785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Employee ID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Name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Department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Salary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Experience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83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18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83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44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51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78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5171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169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129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6082" y="341850"/>
            <a:ext cx="19021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VLOOKUP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10" y="940016"/>
            <a:ext cx="7559695" cy="3398815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47777" y="4651320"/>
            <a:ext cx="46037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=VLOOKUP(104,A2:E9,2,FALSE)</a:t>
            </a:r>
          </a:p>
        </p:txBody>
      </p:sp>
    </p:spTree>
    <p:extLst>
      <p:ext uri="{BB962C8B-B14F-4D97-AF65-F5344CB8AC3E}">
        <p14:creationId xmlns:p14="http://schemas.microsoft.com/office/powerpoint/2010/main" val="371152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00537" y="679160"/>
            <a:ext cx="84539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=VLOOKUP(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lookup_value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table_array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column_number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FALSE)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00537" y="1715582"/>
            <a:ext cx="350525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Meena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104 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 in first column 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↓ 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column 2 (Name)</a:t>
            </a:r>
          </a:p>
        </p:txBody>
      </p:sp>
    </p:spTree>
    <p:extLst>
      <p:ext uri="{BB962C8B-B14F-4D97-AF65-F5344CB8AC3E}">
        <p14:creationId xmlns:p14="http://schemas.microsoft.com/office/powerpoint/2010/main" val="261213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01804"/>
              </p:ext>
            </p:extLst>
          </p:nvPr>
        </p:nvGraphicFramePr>
        <p:xfrm>
          <a:off x="2030394" y="2413247"/>
          <a:ext cx="8456270" cy="1828800"/>
        </p:xfrm>
        <a:graphic>
          <a:graphicData uri="http://schemas.openxmlformats.org/drawingml/2006/table">
            <a:tbl>
              <a:tblPr/>
              <a:tblGrid>
                <a:gridCol w="1280617">
                  <a:extLst>
                    <a:ext uri="{9D8B030D-6E8A-4147-A177-3AD203B41FA5}">
                      <a16:colId xmlns:a16="http://schemas.microsoft.com/office/drawing/2014/main" val="4151923181"/>
                    </a:ext>
                  </a:extLst>
                </a:gridCol>
                <a:gridCol w="1405501">
                  <a:extLst>
                    <a:ext uri="{9D8B030D-6E8A-4147-A177-3AD203B41FA5}">
                      <a16:colId xmlns:a16="http://schemas.microsoft.com/office/drawing/2014/main" val="2998122385"/>
                    </a:ext>
                  </a:extLst>
                </a:gridCol>
                <a:gridCol w="1321728">
                  <a:extLst>
                    <a:ext uri="{9D8B030D-6E8A-4147-A177-3AD203B41FA5}">
                      <a16:colId xmlns:a16="http://schemas.microsoft.com/office/drawing/2014/main" val="674981906"/>
                    </a:ext>
                  </a:extLst>
                </a:gridCol>
                <a:gridCol w="1470656">
                  <a:extLst>
                    <a:ext uri="{9D8B030D-6E8A-4147-A177-3AD203B41FA5}">
                      <a16:colId xmlns:a16="http://schemas.microsoft.com/office/drawing/2014/main" val="2120409901"/>
                    </a:ext>
                  </a:extLst>
                </a:gridCol>
                <a:gridCol w="2977768">
                  <a:extLst>
                    <a:ext uri="{9D8B030D-6E8A-4147-A177-3AD203B41FA5}">
                      <a16:colId xmlns:a16="http://schemas.microsoft.com/office/drawing/2014/main" val="3479351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2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421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448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584424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72924" y="843587"/>
            <a:ext cx="45422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HLOOKUP (Horizontal Lookup)</a:t>
            </a:r>
            <a:b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Arrange the data like this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47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406" y="1445407"/>
            <a:ext cx="7559695" cy="17679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47777" y="694481"/>
            <a:ext cx="248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HLOOKUP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47777" y="3887918"/>
            <a:ext cx="45861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Name of ID 102</a:t>
            </a:r>
            <a:b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=HLOOKUP(102,B1:E3,2,FALSE)</a:t>
            </a:r>
          </a:p>
        </p:txBody>
      </p:sp>
    </p:spTree>
    <p:extLst>
      <p:ext uri="{BB962C8B-B14F-4D97-AF65-F5344CB8AC3E}">
        <p14:creationId xmlns:p14="http://schemas.microsoft.com/office/powerpoint/2010/main" val="331069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9904" y="555585"/>
            <a:ext cx="3715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+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28" y="1261358"/>
            <a:ext cx="7140559" cy="317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86673" y="4683281"/>
            <a:ext cx="61693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MATCH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/>
              </a:rPr>
              <a:t>=MATCH(105,A2:A9,0)</a:t>
            </a:r>
            <a:endParaRPr lang="en-US" altLang="en-US" sz="40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86673" y="5388935"/>
            <a:ext cx="9701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5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519" y="1056392"/>
            <a:ext cx="5273497" cy="31016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97269" y="443260"/>
            <a:ext cx="1521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97269" y="4397735"/>
            <a:ext cx="255550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=INDEX(B2:B9,5)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</a:p>
        </p:txBody>
      </p:sp>
    </p:spTree>
    <p:extLst>
      <p:ext uri="{BB962C8B-B14F-4D97-AF65-F5344CB8AC3E}">
        <p14:creationId xmlns:p14="http://schemas.microsoft.com/office/powerpoint/2010/main" val="3562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9323" y="836800"/>
            <a:ext cx="23519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111" y="1298465"/>
            <a:ext cx="7324405" cy="3143925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59323" y="4626262"/>
            <a:ext cx="52929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Name of Employee ID 105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=INDEX(B2:B9,MATCH(105,A2:A9,0))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323" y="5519084"/>
            <a:ext cx="9701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</a:p>
        </p:txBody>
      </p:sp>
    </p:spTree>
    <p:extLst>
      <p:ext uri="{BB962C8B-B14F-4D97-AF65-F5344CB8AC3E}">
        <p14:creationId xmlns:p14="http://schemas.microsoft.com/office/powerpoint/2010/main" val="23820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8486" y="825225"/>
            <a:ext cx="49077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XLOOKUP (Excel 365 / Excel 2021)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77" y="1554321"/>
            <a:ext cx="8232701" cy="3179725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98486" y="4734046"/>
            <a:ext cx="42931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=XLOOKUP(104,A2:A9,B2:B9)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Meena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75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377" y="1160782"/>
            <a:ext cx="8232701" cy="317972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19377" y="4340507"/>
            <a:ext cx="43284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Salary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=XLOOKUP(107,A2:A9,D2:D9)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50000</a:t>
            </a:r>
          </a:p>
        </p:txBody>
      </p:sp>
    </p:spTree>
    <p:extLst>
      <p:ext uri="{BB962C8B-B14F-4D97-AF65-F5344CB8AC3E}">
        <p14:creationId xmlns:p14="http://schemas.microsoft.com/office/powerpoint/2010/main" val="185709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339257"/>
              </p:ext>
            </p:extLst>
          </p:nvPr>
        </p:nvGraphicFramePr>
        <p:xfrm>
          <a:off x="849774" y="1072900"/>
          <a:ext cx="10515600" cy="5303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6145929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11620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532545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192193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35681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Feature</a:t>
                      </a:r>
                      <a:br>
                        <a:rPr lang="en-US" dirty="0" smtClean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INDEX-MATCH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120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Search </a:t>
                      </a:r>
                      <a:r>
                        <a:rPr lang="en-US" dirty="0" smtClean="0"/>
                        <a:t>Direction</a:t>
                      </a:r>
                      <a:br>
                        <a:rPr lang="en-US" dirty="0" smtClean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Horizontal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27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Searches </a:t>
                      </a:r>
                      <a:r>
                        <a:rPr lang="en-US" dirty="0" smtClean="0"/>
                        <a:t>Left</a:t>
                      </a:r>
                      <a:br>
                        <a:rPr lang="en-US" dirty="0" smtClean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79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Searches </a:t>
                      </a:r>
                      <a:r>
                        <a:rPr lang="en-US" dirty="0" smtClean="0"/>
                        <a:t>Right</a:t>
                      </a:r>
                      <a:br>
                        <a:rPr lang="en-US" dirty="0" smtClean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15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Need Column </a:t>
                      </a:r>
                      <a:r>
                        <a:rPr lang="en-US" dirty="0" smtClean="0"/>
                        <a:t>Number</a:t>
                      </a:r>
                      <a:br>
                        <a:rPr lang="en-US" dirty="0" smtClean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Row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089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Returns Custom Message if Not </a:t>
                      </a:r>
                      <a:r>
                        <a:rPr lang="en-US" dirty="0" smtClean="0"/>
                        <a:t>Found</a:t>
                      </a:r>
                      <a:br>
                        <a:rPr lang="en-US" dirty="0" smtClean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537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Available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Excel 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Excel 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Excel Versions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 365 / Excel 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19654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60699" y="567159"/>
            <a:ext cx="3541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30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685</Words>
  <Application>Microsoft Office PowerPoint</Application>
  <PresentationFormat>Widescreen</PresentationFormat>
  <Paragraphs>269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Unicode MS</vt:lpstr>
      <vt:lpstr>Calibri</vt:lpstr>
      <vt:lpstr>Calibri Light</vt:lpstr>
      <vt:lpstr>Times New Roman</vt:lpstr>
      <vt:lpstr>Office Theme</vt:lpstr>
      <vt:lpstr>Excel presentation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presentation</dc:title>
  <dc:creator>Vimal</dc:creator>
  <cp:lastModifiedBy>Vimal</cp:lastModifiedBy>
  <cp:revision>11</cp:revision>
  <dcterms:created xsi:type="dcterms:W3CDTF">2026-07-13T18:18:42Z</dcterms:created>
  <dcterms:modified xsi:type="dcterms:W3CDTF">2026-07-13T23:17:44Z</dcterms:modified>
</cp:coreProperties>
</file>